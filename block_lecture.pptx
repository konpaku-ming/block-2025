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分块算法经典例题讲解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例题1：区间乘法、区间加法与单点查询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题目描述</a:t>
            </a:r>
          </a:p>
          <a:p>
            <a:pPr>
              <a:defRPr sz="1600"/>
            </a:pPr>
            <a:r>
              <a:t>给出一个长度为 n 的数列 a₁, a₂, …, aₙ，以及 n 个操作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操作类型：</a:t>
            </a:r>
          </a:p>
          <a:p>
            <a:pPr lvl="1">
              <a:defRPr sz="1600"/>
            </a:pPr>
            <a:r>
              <a:t>操作0（区间加法）：opt = 0, l, r, c</a:t>
            </a:r>
          </a:p>
          <a:p>
            <a:pPr lvl="2">
              <a:defRPr sz="1400"/>
            </a:pPr>
            <a:r>
              <a:t>将区间 [l, r] 中的所有数字都加上 c</a:t>
            </a:r>
          </a:p>
          <a:p>
            <a:pPr>
              <a:defRPr sz="1200"/>
            </a:pPr>
          </a:p>
          <a:p>
            <a:pPr lvl="1">
              <a:defRPr sz="1600"/>
            </a:pPr>
            <a:r>
              <a:t>操作1（区间乘法）：opt = 1, l, r, c</a:t>
            </a:r>
          </a:p>
          <a:p>
            <a:pPr lvl="2">
              <a:defRPr sz="1400"/>
            </a:pPr>
            <a:r>
              <a:t>将区间 [l, r] 中的所有数字都乘以 c</a:t>
            </a:r>
          </a:p>
          <a:p>
            <a:pPr>
              <a:defRPr sz="1200"/>
            </a:pPr>
          </a:p>
          <a:p>
            <a:pPr lvl="1">
              <a:defRPr sz="1600"/>
            </a:pPr>
            <a:r>
              <a:t>操作2（单点查询）：opt = 2, r</a:t>
            </a:r>
          </a:p>
          <a:p>
            <a:pPr lvl="2">
              <a:defRPr sz="1400"/>
            </a:pPr>
            <a:r>
              <a:t>查询 aᵣ 的当前值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例题1：解法 - 分块 + 懒标记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核心思想</a:t>
            </a:r>
          </a:p>
          <a:p>
            <a:pPr>
              <a:defRPr sz="1600"/>
            </a:pPr>
            <a:r>
              <a:t>将长度为 n 的数列分成 √n 个块，每块大小约为 √n</a:t>
            </a:r>
          </a:p>
          <a:p>
            <a:pPr>
              <a:defRPr sz="1600"/>
            </a:pPr>
            <a:r>
              <a:t>对每个块维护两个懒标记：</a:t>
            </a:r>
          </a:p>
          <a:p>
            <a:pPr lvl="1">
              <a:defRPr sz="1500"/>
            </a:pPr>
            <a:r>
              <a:t>mul[i]：第 i 块的乘法标记（初始为1）</a:t>
            </a:r>
          </a:p>
          <a:p>
            <a:pPr lvl="1">
              <a:defRPr sz="1500"/>
            </a:pPr>
            <a:r>
              <a:t>add[i]：第 i 块的加法标记（初始为0）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操作实现：</a:t>
            </a:r>
          </a:p>
          <a:p>
            <a:pPr lvl="1">
              <a:defRPr sz="1600"/>
            </a:pPr>
            <a:r>
              <a:t>区间加法/乘法：</a:t>
            </a:r>
          </a:p>
          <a:p>
            <a:pPr lvl="2">
              <a:defRPr sz="1400"/>
            </a:pPr>
            <a:r>
              <a:t>对于完整覆盖的块：只更新懒标记</a:t>
            </a:r>
          </a:p>
          <a:p>
            <a:pPr lvl="2">
              <a:defRPr sz="1400"/>
            </a:pPr>
            <a:r>
              <a:t>对于部分覆盖的块：暴力修改每个元素</a:t>
            </a:r>
          </a:p>
          <a:p>
            <a:pPr>
              <a:defRPr sz="1200"/>
            </a:pPr>
          </a:p>
          <a:p>
            <a:pPr lvl="1">
              <a:defRPr sz="1600"/>
            </a:pPr>
            <a:r>
              <a:t>单点查询：</a:t>
            </a:r>
          </a:p>
          <a:p>
            <a:pPr lvl="2">
              <a:defRPr sz="1400"/>
            </a:pPr>
            <a:r>
              <a:t>查询 aᵣ 时，返回 aᵣ × mul[block(r)] + add[block(r)]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例题1：复杂度分析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空间复杂度</a:t>
            </a:r>
          </a:p>
          <a:p>
            <a:pPr>
              <a:defRPr sz="1600"/>
            </a:pPr>
            <a:r>
              <a:t>原数组：O(n)</a:t>
            </a:r>
          </a:p>
          <a:p>
            <a:pPr>
              <a:defRPr sz="1600"/>
            </a:pPr>
            <a:r>
              <a:t>块标记：O(√n) 个块，每块2个标记</a:t>
            </a:r>
          </a:p>
          <a:p>
            <a:pPr>
              <a:defRPr sz="1600"/>
            </a:pPr>
            <a:r>
              <a:t>总空间：O(n)</a:t>
            </a:r>
          </a:p>
          <a:p>
            <a:pPr>
              <a:defRPr sz="1200"/>
            </a:pPr>
          </a:p>
          <a:p>
            <a:pPr>
              <a:defRPr sz="2200" b="1"/>
            </a:pPr>
            <a:r>
              <a:t>时间复杂度</a:t>
            </a:r>
          </a:p>
          <a:p>
            <a:pPr>
              <a:defRPr sz="1600"/>
            </a:pPr>
            <a:r>
              <a:t>区间修改操作（加法或乘法）：</a:t>
            </a:r>
          </a:p>
          <a:p>
            <a:pPr lvl="1">
              <a:defRPr sz="1500"/>
            </a:pPr>
            <a:r>
              <a:t>散块（两端不完整的块）：暴力修改，O(√n)</a:t>
            </a:r>
          </a:p>
          <a:p>
            <a:pPr lvl="1">
              <a:defRPr sz="1500"/>
            </a:pPr>
            <a:r>
              <a:t>完整块：只修改标记，最多 O(√n) 个块，每个 O(1)</a:t>
            </a:r>
          </a:p>
          <a:p>
            <a:pPr lvl="1">
              <a:defRPr sz="1500"/>
            </a:pPr>
            <a:r>
              <a:t>单次操作：O(√n)</a:t>
            </a:r>
          </a:p>
          <a:p>
            <a:pPr>
              <a:defRPr sz="1200"/>
            </a:pPr>
          </a:p>
          <a:p>
            <a:pPr>
              <a:defRPr sz="1600"/>
            </a:pPr>
            <a:r>
              <a:t>单点查询操作：直接通过下标计算所属块号，应用标记，O(1)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总复杂度：O(n√n)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例题2：区间查询与区间赋值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题目描述</a:t>
            </a:r>
          </a:p>
          <a:p>
            <a:pPr>
              <a:defRPr sz="1600"/>
            </a:pPr>
            <a:r>
              <a:t>给出一个长度为 n 的数列 a₁, a₂, …, aₙ，以及 n 个操作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操作内容（每个操作包含两步）：</a:t>
            </a:r>
          </a:p>
          <a:p>
            <a:pPr>
              <a:defRPr sz="1600"/>
            </a:pPr>
            <a:r>
              <a:t>每个操作由三个参数 l, r, c 组成：</a:t>
            </a:r>
          </a:p>
          <a:p>
            <a:pPr lvl="1">
              <a:defRPr sz="1600"/>
            </a:pPr>
            <a:r>
              <a:t>1. 查询：统计区间 [l, r] 中有多少个元素等于 c</a:t>
            </a:r>
          </a:p>
          <a:p>
            <a:pPr lvl="1">
              <a:defRPr sz="1600"/>
            </a:pPr>
            <a:r>
              <a:t>2. 修改：将区间 [l, r] 中的所有元素都赋值为 c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示例：</a:t>
            </a:r>
          </a:p>
          <a:p>
            <a:pPr>
              <a:defRPr sz="1600"/>
            </a:pPr>
            <a:r>
              <a:t>初始数组：[1, 2, 2, 3, 3]</a:t>
            </a:r>
          </a:p>
          <a:p>
            <a:pPr>
              <a:defRPr sz="1600"/>
            </a:pPr>
            <a:r>
              <a:t>操作 l=2, r=4, c=2：</a:t>
            </a:r>
          </a:p>
          <a:p>
            <a:pPr lvl="1">
              <a:defRPr sz="1400"/>
            </a:pPr>
            <a:r>
              <a:t>查询结果：区间 [2,4] 是 [2, 2, 3]，有2个元素等于2</a:t>
            </a:r>
          </a:p>
          <a:p>
            <a:pPr lvl="1">
              <a:defRPr sz="1400"/>
            </a:pPr>
            <a:r>
              <a:t>修改后：[1, 2, 2, 2, 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例题2：解法 - 分块 + 区间赋值标记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核心思想</a:t>
            </a:r>
          </a:p>
          <a:p>
            <a:pPr>
              <a:defRPr sz="1600"/>
            </a:pPr>
            <a:r>
              <a:t>将数组分成 √n 个块，每块维护：</a:t>
            </a:r>
          </a:p>
          <a:p>
            <a:pPr lvl="1">
              <a:defRPr sz="1500"/>
            </a:pPr>
            <a:r>
              <a:t>tag[i]：整块赋值标记（-1表示无标记）</a:t>
            </a:r>
          </a:p>
          <a:p>
            <a:pPr lvl="1">
              <a:defRPr sz="1500"/>
            </a:pPr>
            <a:r>
              <a:t>每个元素的实际值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操作实现：</a:t>
            </a:r>
          </a:p>
          <a:p>
            <a:pPr lvl="1">
              <a:defRPr sz="1600"/>
            </a:pPr>
            <a:r>
              <a:t>散块（两端不完整块）：</a:t>
            </a:r>
          </a:p>
          <a:p>
            <a:pPr lvl="2">
              <a:defRPr sz="1400"/>
            </a:pPr>
            <a:r>
              <a:t>先下传该块的标记（如果有）</a:t>
            </a:r>
          </a:p>
          <a:p>
            <a:pPr lvl="2">
              <a:defRPr sz="1400"/>
            </a:pPr>
            <a:r>
              <a:t>遍历散块元素，统计等于 c 的个数</a:t>
            </a:r>
          </a:p>
          <a:p>
            <a:pPr lvl="2">
              <a:defRPr sz="1400"/>
            </a:pPr>
            <a:r>
              <a:t>将散块元素逐个赋值为 c</a:t>
            </a:r>
          </a:p>
          <a:p>
            <a:pPr>
              <a:defRPr sz="1200"/>
            </a:pPr>
          </a:p>
          <a:p>
            <a:pPr lvl="1">
              <a:defRPr sz="1600"/>
            </a:pPr>
            <a:r>
              <a:t>整块（完全覆盖的块）：</a:t>
            </a:r>
          </a:p>
          <a:p>
            <a:pPr lvl="2">
              <a:defRPr sz="1400"/>
            </a:pPr>
            <a:r>
              <a:t>如果该块有标记 tag[i]：</a:t>
            </a:r>
          </a:p>
          <a:p>
            <a:pPr lvl="3">
              <a:defRPr sz="1300"/>
            </a:pPr>
            <a:r>
              <a:t>若 tag[i] = c，贡献块大小个 c</a:t>
            </a:r>
          </a:p>
          <a:p>
            <a:pPr lvl="3">
              <a:defRPr sz="1300"/>
            </a:pPr>
            <a:r>
              <a:t>否则贡献0个 c</a:t>
            </a:r>
          </a:p>
          <a:p>
            <a:pPr lvl="2">
              <a:defRPr sz="1400"/>
            </a:pPr>
            <a:r>
              <a:t>否则遍历块内所有元素统计</a:t>
            </a:r>
          </a:p>
          <a:p>
            <a:pPr lvl="2">
              <a:defRPr sz="1400"/>
            </a:pPr>
            <a:r>
              <a:t>给整块打上标记 tag[i] =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例题2：复杂度分析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单次操作时间复杂度</a:t>
            </a:r>
          </a:p>
          <a:p>
            <a:pPr>
              <a:defRPr sz="1600"/>
            </a:pPr>
            <a:r>
              <a:t>散块处理：O(B)</a:t>
            </a:r>
          </a:p>
          <a:p>
            <a:pPr>
              <a:defRPr sz="1600"/>
            </a:pPr>
            <a:r>
              <a:t>整块标记：O(n/B)</a:t>
            </a:r>
          </a:p>
          <a:p>
            <a:pPr>
              <a:defRPr sz="1600"/>
            </a:pPr>
            <a:r>
              <a:t>整块查询（最坏）：O(B × n/B) = O(n)</a:t>
            </a:r>
          </a:p>
          <a:p>
            <a:pPr>
              <a:defRPr sz="1600"/>
            </a:pPr>
            <a:r>
              <a:t>单次总复杂度：O(n)</a:t>
            </a:r>
          </a:p>
          <a:p>
            <a:pPr>
              <a:defRPr sz="1200"/>
            </a:pPr>
          </a:p>
          <a:p>
            <a:pPr>
              <a:defRPr sz="2200" b="1"/>
            </a:pPr>
            <a:r>
              <a:t>均摊分析</a:t>
            </a:r>
          </a:p>
          <a:p>
            <a:pPr>
              <a:defRPr sz="1600"/>
            </a:pPr>
            <a:r>
              <a:t>关键观察：整块查询只在块没有标记时遍历</a:t>
            </a:r>
          </a:p>
          <a:p>
            <a:pPr>
              <a:defRPr sz="1600"/>
            </a:pPr>
            <a:r>
              <a:t>一旦打上标记后，之后的查询都是 O(1)</a:t>
            </a:r>
          </a:p>
          <a:p>
            <a:pPr>
              <a:defRPr sz="1600"/>
            </a:pPr>
            <a:r>
              <a:t>每个元素最多被遍历常数次（打标记前）</a:t>
            </a:r>
          </a:p>
          <a:p>
            <a:pPr>
              <a:defRPr sz="1600"/>
            </a:pPr>
            <a:r>
              <a:t>散块操作：O(√n)</a:t>
            </a:r>
          </a:p>
          <a:p>
            <a:pPr>
              <a:defRPr sz="1600"/>
            </a:pPr>
            <a:r>
              <a:t>整块标记：O(√n)</a:t>
            </a:r>
          </a:p>
          <a:p>
            <a:pPr>
              <a:defRPr sz="1200"/>
            </a:pPr>
          </a:p>
          <a:p>
            <a:pPr>
              <a:defRPr sz="1600"/>
            </a:pPr>
            <a:r>
              <a:t>选择 B = √n，单次操作均摊：O(√n)</a:t>
            </a:r>
          </a:p>
          <a:p>
            <a:pPr>
              <a:defRPr sz="2000"/>
            </a:pPr>
            <a:r>
              <a:t>总时间复杂度（均摊）：O(n√n)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例题3：区间开方与区间求和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题目描述</a:t>
            </a:r>
          </a:p>
          <a:p>
            <a:pPr>
              <a:defRPr sz="1600"/>
            </a:pPr>
            <a:r>
              <a:t>给出一个长度为 n 的数列 a₁, a₂, …, aₙ，以及 n 个操作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操作类型：</a:t>
            </a:r>
          </a:p>
          <a:p>
            <a:pPr lvl="1">
              <a:defRPr sz="1600"/>
            </a:pPr>
            <a:r>
              <a:t>操作0（区间开方）：opt = 0, l, r</a:t>
            </a:r>
          </a:p>
          <a:p>
            <a:pPr lvl="2">
              <a:defRPr sz="1400"/>
            </a:pPr>
            <a:r>
              <a:t>对区间 [l, r] 中的每个元素 aᵢ 进行开方</a:t>
            </a:r>
          </a:p>
          <a:p>
            <a:pPr lvl="2">
              <a:defRPr sz="1400"/>
            </a:pPr>
            <a:r>
              <a:t>aᵢ ← ⌊√aᵢ⌋</a:t>
            </a:r>
          </a:p>
          <a:p>
            <a:pPr>
              <a:defRPr sz="1200"/>
            </a:pPr>
          </a:p>
          <a:p>
            <a:pPr lvl="1">
              <a:defRPr sz="1600"/>
            </a:pPr>
            <a:r>
              <a:t>操作1（区间求和）：opt = 1, l, r</a:t>
            </a:r>
          </a:p>
          <a:p>
            <a:pPr lvl="2">
              <a:defRPr sz="1400"/>
            </a:pPr>
            <a:r>
              <a:t>查询区间 [l, r] 中所有元素的和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示例：</a:t>
            </a:r>
          </a:p>
          <a:p>
            <a:pPr>
              <a:defRPr sz="1600"/>
            </a:pPr>
            <a:r>
              <a:t>初始：[16, 9, 4, 1]</a:t>
            </a:r>
          </a:p>
          <a:p>
            <a:pPr>
              <a:defRPr sz="1600"/>
            </a:pPr>
            <a:r>
              <a:t>操作0，l=1, r=3：[4, 3, 2, 1]</a:t>
            </a:r>
          </a:p>
          <a:p>
            <a:pPr>
              <a:defRPr sz="1600"/>
            </a:pPr>
            <a:r>
              <a:t>操作1，l=1, r=4：输出 4+3+2+1=10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例题3：解法 - 分块 + 区间和维护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核心思想</a:t>
            </a:r>
          </a:p>
          <a:p>
            <a:pPr>
              <a:defRPr sz="1600"/>
            </a:pPr>
            <a:r>
              <a:t>关键性质：开方操作使数字快速减小</a:t>
            </a:r>
          </a:p>
          <a:p>
            <a:pPr lvl="1">
              <a:defRPr sz="1400"/>
            </a:pPr>
            <a:r>
              <a:t>例：10⁹ → 31622 → 177 → 13 → 3 → 1</a:t>
            </a:r>
          </a:p>
          <a:p>
            <a:pPr lvl="1">
              <a:defRPr sz="1400"/>
            </a:pPr>
            <a:r>
              <a:t>约 log log n 次后变为1</a:t>
            </a:r>
          </a:p>
          <a:p>
            <a:pPr>
              <a:defRPr sz="1200"/>
            </a:pPr>
          </a:p>
          <a:p>
            <a:pPr>
              <a:defRPr sz="1600"/>
            </a:pPr>
            <a:r>
              <a:t>将数组分成 √n 个块，每块维护：</a:t>
            </a:r>
          </a:p>
          <a:p>
            <a:pPr lvl="1">
              <a:defRPr sz="1500"/>
            </a:pPr>
            <a:r>
              <a:t>sum[i]：第 i 块的元素和</a:t>
            </a:r>
          </a:p>
          <a:p>
            <a:pPr lvl="1">
              <a:defRPr sz="1500"/>
            </a:pPr>
            <a:r>
              <a:t>max[i]：第 i 块的最大值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操作实现：</a:t>
            </a:r>
          </a:p>
          <a:p>
            <a:pPr lvl="1">
              <a:defRPr sz="1600"/>
            </a:pPr>
            <a:r>
              <a:t>区间开方：</a:t>
            </a:r>
          </a:p>
          <a:p>
            <a:pPr lvl="2">
              <a:defRPr sz="1400"/>
            </a:pPr>
            <a:r>
              <a:t>对于整块：如果 max[i] ≤ 1，跳过（已收敛）</a:t>
            </a:r>
          </a:p>
          <a:p>
            <a:pPr lvl="2">
              <a:defRPr sz="1400"/>
            </a:pPr>
            <a:r>
              <a:t>否则遍历块内元素，逐个开方，更新 sum[i] 和 max[i]</a:t>
            </a:r>
          </a:p>
          <a:p>
            <a:pPr lvl="2">
              <a:defRPr sz="1400"/>
            </a:pPr>
            <a:r>
              <a:t>散块：直接暴力修改</a:t>
            </a:r>
          </a:p>
          <a:p>
            <a:pPr>
              <a:defRPr sz="1200"/>
            </a:pPr>
          </a:p>
          <a:p>
            <a:pPr lvl="1">
              <a:defRPr sz="1600"/>
            </a:pPr>
            <a:r>
              <a:t>区间求和：</a:t>
            </a:r>
          </a:p>
          <a:p>
            <a:pPr lvl="2">
              <a:defRPr sz="1400"/>
            </a:pPr>
            <a:r>
              <a:t>整块：直接累加 sum[i]，O(1)</a:t>
            </a:r>
          </a:p>
          <a:p>
            <a:pPr lvl="2">
              <a:defRPr sz="1400"/>
            </a:pPr>
            <a:r>
              <a:t>散块：遍历累加，O(√n)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例题3：复杂度分析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空间复杂度</a:t>
            </a:r>
          </a:p>
          <a:p>
            <a:pPr>
              <a:defRPr sz="1600"/>
            </a:pPr>
            <a:r>
              <a:t>原数组：O(n)</a:t>
            </a:r>
          </a:p>
          <a:p>
            <a:pPr>
              <a:defRPr sz="1600"/>
            </a:pPr>
            <a:r>
              <a:t>块信息：O(√n) 个块，每块存储和与最大值</a:t>
            </a:r>
          </a:p>
          <a:p>
            <a:pPr>
              <a:defRPr sz="1600"/>
            </a:pPr>
            <a:r>
              <a:t>总空间：O(n)</a:t>
            </a:r>
          </a:p>
          <a:p>
            <a:pPr>
              <a:defRPr sz="1200"/>
            </a:pPr>
          </a:p>
          <a:p>
            <a:pPr>
              <a:defRPr sz="2200" b="1"/>
            </a:pPr>
            <a:r>
              <a:t>时间复杂度 - 关键分析</a:t>
            </a:r>
          </a:p>
          <a:p>
            <a:pPr>
              <a:defRPr sz="1600"/>
            </a:pPr>
            <a:r>
              <a:t>开方操作的收敛性：</a:t>
            </a:r>
          </a:p>
          <a:p>
            <a:pPr lvl="1">
              <a:defRPr sz="1500"/>
            </a:pPr>
            <a:r>
              <a:t>每个元素最多被开方 O(log log V) 次（V为最大值）</a:t>
            </a:r>
          </a:p>
          <a:p>
            <a:pPr>
              <a:defRPr sz="1200"/>
            </a:pPr>
          </a:p>
          <a:p>
            <a:pPr>
              <a:defRPr sz="1600"/>
            </a:pPr>
            <a:r>
              <a:t>区间求和：</a:t>
            </a:r>
          </a:p>
          <a:p>
            <a:pPr lvl="1">
              <a:defRPr sz="1500"/>
            </a:pPr>
            <a:r>
              <a:t>整块：O(√n) 个块，每块 O(1)</a:t>
            </a:r>
          </a:p>
          <a:p>
            <a:pPr lvl="1">
              <a:defRPr sz="1500"/>
            </a:pPr>
            <a:r>
              <a:t>散块：O(√n)</a:t>
            </a:r>
          </a:p>
          <a:p>
            <a:pPr lvl="1">
              <a:defRPr sz="1500"/>
            </a:pPr>
            <a:r>
              <a:t>单次：O(√n)</a:t>
            </a:r>
          </a:p>
          <a:p>
            <a:pPr>
              <a:defRPr sz="1200"/>
            </a:pPr>
          </a:p>
          <a:p>
            <a:pPr>
              <a:defRPr sz="1600"/>
            </a:pPr>
            <a:r>
              <a:t>区间开方（均摊）：</a:t>
            </a:r>
          </a:p>
          <a:p>
            <a:pPr lvl="1">
              <a:defRPr sz="1500"/>
            </a:pPr>
            <a:r>
              <a:t>单次操作：最坏 O(n)，均摊 O(√n log log V)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总时间复杂度：O(n√n log log V)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例题4：区间生长与区间计数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题目描述</a:t>
            </a:r>
          </a:p>
          <a:p>
            <a:pPr>
              <a:defRPr sz="1600"/>
            </a:pPr>
            <a:r>
              <a:t>有 n 株花，每株花有一个初始高度（≤ 1000 的自然数）</a:t>
            </a:r>
          </a:p>
          <a:p>
            <a:pPr>
              <a:defRPr sz="1600"/>
            </a:pPr>
            <a:r>
              <a:t>有两个角色执行 q 个操作：</a:t>
            </a:r>
          </a:p>
          <a:p>
            <a:pPr lvl="1">
              <a:defRPr sz="1500"/>
            </a:pPr>
            <a:r>
              <a:t>Lily White：使花儿生长</a:t>
            </a:r>
          </a:p>
          <a:p>
            <a:pPr lvl="1">
              <a:defRPr sz="1500"/>
            </a:pPr>
            <a:r>
              <a:t>Yuka：统计满足条件的花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操作类型：</a:t>
            </a:r>
          </a:p>
          <a:p>
            <a:pPr lvl="1">
              <a:defRPr sz="1600"/>
            </a:pPr>
            <a:r>
              <a:t>操作M（生长）：M l r h</a:t>
            </a:r>
          </a:p>
          <a:p>
            <a:pPr lvl="2">
              <a:defRPr sz="1400"/>
            </a:pPr>
            <a:r>
              <a:t>使区间 [l, r] 内所有花的高度增加 h</a:t>
            </a:r>
          </a:p>
          <a:p>
            <a:pPr>
              <a:defRPr sz="1200"/>
            </a:pPr>
          </a:p>
          <a:p>
            <a:pPr lvl="1">
              <a:defRPr sz="1600"/>
            </a:pPr>
            <a:r>
              <a:t>操作A（询问）：A l r k</a:t>
            </a:r>
          </a:p>
          <a:p>
            <a:pPr lvl="2">
              <a:defRPr sz="1400"/>
            </a:pPr>
            <a:r>
              <a:t>查询区间 [l, r] 内有多少花的高度不低于 k</a:t>
            </a:r>
          </a:p>
          <a:p>
            <a:pPr lvl="2">
              <a:defRPr sz="1400"/>
            </a:pPr>
            <a:r>
              <a:t>（统计满足 aᵢ ≥ k 的花的数量）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示例：</a:t>
            </a:r>
          </a:p>
          <a:p>
            <a:pPr>
              <a:defRPr sz="1600"/>
            </a:pPr>
            <a:r>
              <a:t>初始：[5, 3, 8, 2]</a:t>
            </a:r>
          </a:p>
          <a:p>
            <a:pPr>
              <a:defRPr sz="1600"/>
            </a:pPr>
            <a:r>
              <a:t>M 1 3 2：[7, 5, 10, 2]</a:t>
            </a:r>
          </a:p>
          <a:p>
            <a:pPr>
              <a:defRPr sz="1600"/>
            </a:pPr>
            <a:r>
              <a:t>A 1 4 6：输出2（a₁=7 ≥ 6，a₃=10 ≥ 6）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例题4：解法 - 分块 + 懒标记 + 块内排序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核心思想</a:t>
            </a:r>
          </a:p>
          <a:p>
            <a:pPr>
              <a:defRPr sz="1600"/>
            </a:pPr>
            <a:r>
              <a:t>将数组分成 √n 个块，每块维护：</a:t>
            </a:r>
          </a:p>
          <a:p>
            <a:pPr lvl="1">
              <a:defRPr sz="1500"/>
            </a:pPr>
            <a:r>
              <a:t>add[i]：第 i 块的加法懒标记</a:t>
            </a:r>
          </a:p>
          <a:p>
            <a:pPr lvl="1">
              <a:defRPr sz="1500"/>
            </a:pPr>
            <a:r>
              <a:t>sorted[i]：第 i 块元素的有序副本</a:t>
            </a:r>
          </a:p>
          <a:p>
            <a:pPr>
              <a:defRPr sz="1200"/>
            </a:pPr>
          </a:p>
          <a:p>
            <a:pPr>
              <a:defRPr sz="2000"/>
            </a:pPr>
            <a:r>
              <a:t>操作实现：</a:t>
            </a:r>
          </a:p>
          <a:p>
            <a:pPr lvl="1">
              <a:defRPr sz="1600"/>
            </a:pPr>
            <a:r>
              <a:t>区间加法（M操作）：</a:t>
            </a:r>
          </a:p>
          <a:p>
            <a:pPr lvl="2">
              <a:defRPr sz="1400"/>
            </a:pPr>
            <a:r>
              <a:t>整块：直接增加 add[i] 标记，O(1)</a:t>
            </a:r>
          </a:p>
          <a:p>
            <a:pPr lvl="2">
              <a:defRPr sz="1400"/>
            </a:pPr>
            <a:r>
              <a:t>散块：</a:t>
            </a:r>
          </a:p>
          <a:p>
            <a:pPr lvl="3">
              <a:defRPr sz="1300"/>
            </a:pPr>
            <a:r>
              <a:t>下传标记到块内所有元素</a:t>
            </a:r>
          </a:p>
          <a:p>
            <a:pPr lvl="3">
              <a:defRPr sz="1300"/>
            </a:pPr>
            <a:r>
              <a:t>逐个修改散块元素</a:t>
            </a:r>
          </a:p>
          <a:p>
            <a:pPr lvl="3">
              <a:defRPr sz="1300"/>
            </a:pPr>
            <a:r>
              <a:t>重新排序该块的有序副本，O(√n log √n)</a:t>
            </a:r>
          </a:p>
          <a:p>
            <a:pPr>
              <a:defRPr sz="1200"/>
            </a:pPr>
          </a:p>
          <a:p>
            <a:pPr lvl="1">
              <a:defRPr sz="1600"/>
            </a:pPr>
            <a:r>
              <a:t>区间计数（A操作）：</a:t>
            </a:r>
          </a:p>
          <a:p>
            <a:pPr lvl="2">
              <a:defRPr sz="1400"/>
            </a:pPr>
            <a:r>
              <a:t>整块：在有序副本中二分查找</a:t>
            </a:r>
          </a:p>
          <a:p>
            <a:pPr lvl="3">
              <a:defRPr sz="1300"/>
            </a:pPr>
            <a:r>
              <a:t>查找第一个 ≥ k - add[i] 的位置</a:t>
            </a:r>
          </a:p>
          <a:p>
            <a:pPr lvl="3">
              <a:defRPr sz="1300"/>
            </a:pPr>
            <a:r>
              <a:t>该位置右侧的元素都满足条件，O(log √n)</a:t>
            </a:r>
          </a:p>
          <a:p>
            <a:pPr lvl="2">
              <a:defRPr sz="1400"/>
            </a:pPr>
            <a:r>
              <a:t>散块：遍历元素，逐个判断，O(√n)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B"/>
                </a:solidFill>
              </a:defRPr>
            </a:pPr>
            <a:r>
              <a:t>例题4：复杂度分析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空间复杂度</a:t>
            </a:r>
          </a:p>
          <a:p>
            <a:pPr>
              <a:defRPr sz="1600"/>
            </a:pPr>
            <a:r>
              <a:t>原数组：O(n)</a:t>
            </a:r>
          </a:p>
          <a:p>
            <a:pPr>
              <a:defRPr sz="1600"/>
            </a:pPr>
            <a:r>
              <a:t>有序副本：每块 O(√n)，共 O(√n) 个块，总计 O(n)</a:t>
            </a:r>
          </a:p>
          <a:p>
            <a:pPr>
              <a:defRPr sz="1600"/>
            </a:pPr>
            <a:r>
              <a:t>懒标记：O(√n)</a:t>
            </a:r>
          </a:p>
          <a:p>
            <a:pPr>
              <a:defRPr sz="1600"/>
            </a:pPr>
            <a:r>
              <a:t>总空间：O(n)</a:t>
            </a:r>
          </a:p>
          <a:p>
            <a:pPr>
              <a:defRPr sz="1200"/>
            </a:pPr>
          </a:p>
          <a:p>
            <a:pPr>
              <a:defRPr sz="2200" b="1"/>
            </a:pPr>
            <a:r>
              <a:t>时间复杂度</a:t>
            </a:r>
          </a:p>
          <a:p>
            <a:pPr>
              <a:defRPr sz="1600"/>
            </a:pPr>
            <a:r>
              <a:t>M操作（区间加法）：</a:t>
            </a:r>
          </a:p>
          <a:p>
            <a:pPr lvl="1">
              <a:defRPr sz="1500"/>
            </a:pPr>
            <a:r>
              <a:t>整块标记：O(√n)</a:t>
            </a:r>
          </a:p>
          <a:p>
            <a:pPr lvl="1">
              <a:defRPr sz="1500"/>
            </a:pPr>
            <a:r>
              <a:t>散块修改+重排：O(√n log √n)</a:t>
            </a:r>
          </a:p>
          <a:p>
            <a:pPr lvl="1">
              <a:defRPr sz="1500"/>
            </a:pPr>
            <a:r>
              <a:t>单次：O(√n log √n)</a:t>
            </a:r>
          </a:p>
          <a:p>
            <a:pPr>
              <a:defRPr sz="1200"/>
            </a:pPr>
          </a:p>
          <a:p>
            <a:pPr>
              <a:defRPr sz="1600"/>
            </a:pPr>
            <a:r>
              <a:t>A操作（区间计数）：</a:t>
            </a:r>
          </a:p>
          <a:p>
            <a:pPr lvl="1">
              <a:defRPr sz="1500"/>
            </a:pPr>
            <a:r>
              <a:t>整块二分：O(√n log √n)</a:t>
            </a:r>
          </a:p>
          <a:p>
            <a:pPr lvl="1">
              <a:defRPr sz="1500"/>
            </a:pPr>
            <a:r>
              <a:t>散块遍历：O(√n)</a:t>
            </a:r>
          </a:p>
          <a:p>
            <a:pPr lvl="1">
              <a:defRPr sz="1500"/>
            </a:pPr>
            <a:r>
              <a:t>单次：O(√n log √n)</a:t>
            </a:r>
          </a:p>
          <a:p>
            <a:pPr>
              <a:defRPr sz="1200"/>
            </a:pPr>
          </a:p>
          <a:p>
            <a:pPr>
              <a:defRPr sz="1600"/>
            </a:pPr>
            <a:r>
              <a:t>q 个操作，每次 O(√n log √n)</a:t>
            </a:r>
          </a:p>
          <a:p>
            <a:pPr>
              <a:defRPr sz="2000"/>
            </a:pPr>
            <a:r>
              <a:t>总时间复杂度：O(q√n log 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