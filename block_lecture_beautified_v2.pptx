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</p:sldIdLst>
  <p:sldSz cy="5143500" cx="9144000"/>
  <p:notesSz cx="6858000" cy="9144000"/>
  <p:embeddedFontLst>
    <p:embeddedFont>
      <p:font typeface="Proxima Nova"/>
      <p:regular r:id="rId51"/>
      <p:bold r:id="rId52"/>
      <p:italic r:id="rId53"/>
      <p:boldItalic r:id="rId54"/>
    </p:embeddedFont>
    <p:embeddedFont>
      <p:font typeface="Roboto Medium"/>
      <p:regular r:id="rId55"/>
      <p:bold r:id="rId56"/>
      <p:italic r:id="rId57"/>
      <p:boldItalic r:id="rId58"/>
    </p:embeddedFont>
    <p:embeddedFont>
      <p:font typeface="Amatic SC"/>
      <p:regular r:id="rId59"/>
      <p:bold r:id="rId60"/>
    </p:embeddedFont>
    <p:embeddedFont>
      <p:font typeface="Proxima Nova Semibold"/>
      <p:regular r:id="rId61"/>
      <p:bold r:id="rId62"/>
      <p:boldItalic r:id="rId63"/>
    </p:embeddedFont>
    <p:embeddedFont>
      <p:font typeface="Fira Code"/>
      <p:regular r:id="rId64"/>
      <p:bold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8D6A18-1A4C-4A0B-9EE0-92037A5F54A6}">
  <a:tblStyle styleId="{388D6A18-1A4C-4A0B-9EE0-92037A5F54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51" Type="http://schemas.openxmlformats.org/officeDocument/2006/relationships/font" Target="fonts/ProximaNova-regular.fntdata"/><Relationship Id="rId52" Type="http://schemas.openxmlformats.org/officeDocument/2006/relationships/font" Target="fonts/ProximaNova-bold.fntdata"/><Relationship Id="rId53" Type="http://schemas.openxmlformats.org/officeDocument/2006/relationships/font" Target="fonts/ProximaNova-italic.fntdata"/><Relationship Id="rId54" Type="http://schemas.openxmlformats.org/officeDocument/2006/relationships/font" Target="fonts/ProximaNova-boldItalic.fntdata"/><Relationship Id="rId55" Type="http://schemas.openxmlformats.org/officeDocument/2006/relationships/font" Target="fonts/RobotoMedium-regular.fntdata"/><Relationship Id="rId56" Type="http://schemas.openxmlformats.org/officeDocument/2006/relationships/font" Target="fonts/RobotoMedium-bold.fntdata"/><Relationship Id="rId57" Type="http://schemas.openxmlformats.org/officeDocument/2006/relationships/font" Target="fonts/RobotoMedium-italic.fntdata"/><Relationship Id="rId58" Type="http://schemas.openxmlformats.org/officeDocument/2006/relationships/font" Target="fonts/RobotoMedium-boldItalic.fntdata"/><Relationship Id="rId59" Type="http://schemas.openxmlformats.org/officeDocument/2006/relationships/font" Target="fonts/AmaticSC-regular.fntdata"/><Relationship Id="rId60" Type="http://schemas.openxmlformats.org/officeDocument/2006/relationships/font" Target="fonts/AmaticSC-bold.fntdata"/><Relationship Id="rId61" Type="http://schemas.openxmlformats.org/officeDocument/2006/relationships/font" Target="fonts/ProximaNovaSemibold-regular.fntdata"/><Relationship Id="rId62" Type="http://schemas.openxmlformats.org/officeDocument/2006/relationships/font" Target="fonts/ProximaNovaSemibold-bold.fntdata"/><Relationship Id="rId63" Type="http://schemas.openxmlformats.org/officeDocument/2006/relationships/font" Target="fonts/ProximaNovaSemibold-boldItalic.fntdata"/><Relationship Id="rId64" Type="http://schemas.openxmlformats.org/officeDocument/2006/relationships/font" Target="fonts/FiraCode-regular.fntdata"/><Relationship Id="rId65" Type="http://schemas.openxmlformats.org/officeDocument/2006/relationships/font" Target="fonts/FiraCod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 txBox="1"/>
          <p:nvPr>
            <p:ph hasCustomPrompt="1" type="title"/>
          </p:nvPr>
        </p:nvSpPr>
        <p:spPr>
          <a:xfrm flipH="1">
            <a:off x="2054663" y="586975"/>
            <a:ext cx="1842300" cy="11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100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/>
          <p:nvPr>
            <p:ph idx="2" type="title"/>
          </p:nvPr>
        </p:nvSpPr>
        <p:spPr>
          <a:xfrm>
            <a:off x="2605788" y="1846623"/>
            <a:ext cx="5377200" cy="5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3"/>
          <p:cNvSpPr txBox="1"/>
          <p:nvPr>
            <p:ph idx="1" type="subTitle"/>
          </p:nvPr>
        </p:nvSpPr>
        <p:spPr>
          <a:xfrm>
            <a:off x="3038363" y="2448125"/>
            <a:ext cx="3960900" cy="7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" name="Google Shape;38;p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" name="Google Shape;41;p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" name="Google Shape;42;p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" type="body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 txBox="1"/>
          <p:nvPr>
            <p:ph idx="1" type="subTitle"/>
          </p:nvPr>
        </p:nvSpPr>
        <p:spPr>
          <a:xfrm>
            <a:off x="2240150" y="3143327"/>
            <a:ext cx="5137500" cy="7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" name="Google Shape;71;p5"/>
          <p:cNvSpPr txBox="1"/>
          <p:nvPr>
            <p:ph idx="2" type="subTitle"/>
          </p:nvPr>
        </p:nvSpPr>
        <p:spPr>
          <a:xfrm>
            <a:off x="2240150" y="1151940"/>
            <a:ext cx="5137500" cy="78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2" name="Google Shape;72;p5"/>
          <p:cNvSpPr txBox="1"/>
          <p:nvPr>
            <p:ph idx="3" type="subTitle"/>
          </p:nvPr>
        </p:nvSpPr>
        <p:spPr>
          <a:xfrm>
            <a:off x="1143250" y="2612625"/>
            <a:ext cx="40572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" name="Google Shape;73;p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5" name="Google Shape;85;p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87" name="Google Shape;87;p5"/>
          <p:cNvSpPr txBox="1"/>
          <p:nvPr>
            <p:ph type="title"/>
          </p:nvPr>
        </p:nvSpPr>
        <p:spPr>
          <a:xfrm>
            <a:off x="1143250" y="621240"/>
            <a:ext cx="40572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05" name="Google Shape;105;p6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 txBox="1"/>
          <p:nvPr>
            <p:ph idx="1" type="subTitle"/>
          </p:nvPr>
        </p:nvSpPr>
        <p:spPr>
          <a:xfrm>
            <a:off x="1674500" y="2736550"/>
            <a:ext cx="3627600" cy="101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type="title"/>
          </p:nvPr>
        </p:nvSpPr>
        <p:spPr>
          <a:xfrm>
            <a:off x="1154275" y="1137700"/>
            <a:ext cx="3969900" cy="142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0" name="Google Shape;120;p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 txBox="1"/>
          <p:nvPr>
            <p:ph type="title"/>
          </p:nvPr>
        </p:nvSpPr>
        <p:spPr>
          <a:xfrm>
            <a:off x="2673350" y="1194150"/>
            <a:ext cx="4281300" cy="162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9" name="Google Shape;129;p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1" name="Google Shape;131;p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3" name="Google Shape;133;p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4" name="Google Shape;134;p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5" name="Google Shape;135;p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39" name="Google Shape;139;p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>
            <p:ph type="title"/>
          </p:nvPr>
        </p:nvSpPr>
        <p:spPr>
          <a:xfrm>
            <a:off x="1131500" y="621250"/>
            <a:ext cx="4045200" cy="53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7" name="Google Shape;147;p9"/>
          <p:cNvSpPr txBox="1"/>
          <p:nvPr>
            <p:ph idx="1" type="subTitle"/>
          </p:nvPr>
        </p:nvSpPr>
        <p:spPr>
          <a:xfrm>
            <a:off x="1593350" y="1574450"/>
            <a:ext cx="5539200" cy="14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8" name="Google Shape;148;p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2" name="Google Shape;152;p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 txBox="1"/>
          <p:nvPr>
            <p:ph hasCustomPrompt="1" type="title"/>
          </p:nvPr>
        </p:nvSpPr>
        <p:spPr>
          <a:xfrm>
            <a:off x="1084225" y="1311425"/>
            <a:ext cx="6379200" cy="10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1554225" y="2486925"/>
            <a:ext cx="6689100" cy="52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chemeClr val="accent3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1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3"/>
          <p:cNvSpPr txBox="1"/>
          <p:nvPr>
            <p:ph hasCustomPrompt="1" type="title"/>
          </p:nvPr>
        </p:nvSpPr>
        <p:spPr>
          <a:xfrm flipH="1">
            <a:off x="1460450" y="1436713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88" name="Google Shape;188;p13"/>
          <p:cNvSpPr txBox="1"/>
          <p:nvPr>
            <p:ph idx="1" type="subTitle"/>
          </p:nvPr>
        </p:nvSpPr>
        <p:spPr>
          <a:xfrm>
            <a:off x="2332550" y="177511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2" type="subTitle"/>
          </p:nvPr>
        </p:nvSpPr>
        <p:spPr>
          <a:xfrm>
            <a:off x="2332550" y="1436725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accent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hasCustomPrompt="1" idx="3" type="title"/>
          </p:nvPr>
        </p:nvSpPr>
        <p:spPr>
          <a:xfrm flipH="1">
            <a:off x="2850125" y="2419862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1" name="Google Shape;191;p13"/>
          <p:cNvSpPr txBox="1"/>
          <p:nvPr>
            <p:ph idx="4" type="subTitle"/>
          </p:nvPr>
        </p:nvSpPr>
        <p:spPr>
          <a:xfrm>
            <a:off x="3722225" y="275546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5" type="subTitle"/>
          </p:nvPr>
        </p:nvSpPr>
        <p:spPr>
          <a:xfrm>
            <a:off x="3722225" y="2419850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>
                <a:solidFill>
                  <a:schemeClr val="l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hasCustomPrompt="1" idx="6" type="title"/>
          </p:nvPr>
        </p:nvSpPr>
        <p:spPr>
          <a:xfrm flipH="1">
            <a:off x="4242875" y="3400212"/>
            <a:ext cx="8721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/>
          <p:nvPr>
            <p:ph idx="7" type="subTitle"/>
          </p:nvPr>
        </p:nvSpPr>
        <p:spPr>
          <a:xfrm>
            <a:off x="5114975" y="3738593"/>
            <a:ext cx="3129000" cy="48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8" type="subTitle"/>
          </p:nvPr>
        </p:nvSpPr>
        <p:spPr>
          <a:xfrm>
            <a:off x="5114975" y="3400200"/>
            <a:ext cx="31290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8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1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9" name="Google Shape;199;p1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1" name="Google Shape;201;p1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0" name="Google Shape;210;p13"/>
          <p:cNvSpPr txBox="1"/>
          <p:nvPr>
            <p:ph idx="9"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4"/>
          <p:cNvSpPr txBox="1"/>
          <p:nvPr>
            <p:ph type="title"/>
          </p:nvPr>
        </p:nvSpPr>
        <p:spPr>
          <a:xfrm>
            <a:off x="1752950" y="3005100"/>
            <a:ext cx="6109200" cy="37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18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5" name="Google Shape;215;p14"/>
          <p:cNvSpPr txBox="1"/>
          <p:nvPr>
            <p:ph idx="1" type="subTitle"/>
          </p:nvPr>
        </p:nvSpPr>
        <p:spPr>
          <a:xfrm>
            <a:off x="1752950" y="1764900"/>
            <a:ext cx="6109200" cy="12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000">
                <a:solidFill>
                  <a:schemeClr val="accent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6" name="Google Shape;216;p1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7" name="Google Shape;217;p1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8" name="Google Shape;218;p1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9" name="Google Shape;219;p1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0" name="Google Shape;220;p1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1" name="Google Shape;221;p1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2" name="Google Shape;222;p1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3" name="Google Shape;223;p1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4" name="Google Shape;224;p1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5"/>
          <p:cNvSpPr txBox="1"/>
          <p:nvPr>
            <p:ph idx="1" type="subTitle"/>
          </p:nvPr>
        </p:nvSpPr>
        <p:spPr>
          <a:xfrm>
            <a:off x="3443750" y="3621269"/>
            <a:ext cx="5010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2" type="subTitle"/>
          </p:nvPr>
        </p:nvSpPr>
        <p:spPr>
          <a:xfrm>
            <a:off x="3051250" y="2638350"/>
            <a:ext cx="5010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3" type="subTitle"/>
          </p:nvPr>
        </p:nvSpPr>
        <p:spPr>
          <a:xfrm>
            <a:off x="3051250" y="2330425"/>
            <a:ext cx="50103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4" type="subTitle"/>
          </p:nvPr>
        </p:nvSpPr>
        <p:spPr>
          <a:xfrm>
            <a:off x="2624725" y="1655450"/>
            <a:ext cx="5010300" cy="57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5" type="subTitle"/>
          </p:nvPr>
        </p:nvSpPr>
        <p:spPr>
          <a:xfrm>
            <a:off x="2624725" y="1347525"/>
            <a:ext cx="50103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6" type="subTitle"/>
          </p:nvPr>
        </p:nvSpPr>
        <p:spPr>
          <a:xfrm>
            <a:off x="3443750" y="3313350"/>
            <a:ext cx="50103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0" name="Google Shape;240;p15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1" name="Google Shape;241;p15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2" name="Google Shape;242;p15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3" name="Google Shape;243;p15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4" name="Google Shape;244;p15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5" name="Google Shape;245;p15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6" name="Google Shape;246;p15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7" name="Google Shape;247;p15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8" name="Google Shape;248;p15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9" name="Google Shape;249;p15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0" name="Google Shape;250;p15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1" name="Google Shape;251;p15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2" name="Google Shape;252;p15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3" name="Google Shape;253;p15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6"/>
          <p:cNvSpPr txBox="1"/>
          <p:nvPr>
            <p:ph idx="1" type="subTitle"/>
          </p:nvPr>
        </p:nvSpPr>
        <p:spPr>
          <a:xfrm>
            <a:off x="5596231" y="1767554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8" name="Google Shape;258;p16"/>
          <p:cNvSpPr txBox="1"/>
          <p:nvPr>
            <p:ph idx="2" type="subTitle"/>
          </p:nvPr>
        </p:nvSpPr>
        <p:spPr>
          <a:xfrm>
            <a:off x="2494725" y="1767558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9" name="Google Shape;259;p16"/>
          <p:cNvSpPr txBox="1"/>
          <p:nvPr>
            <p:ph idx="3" type="subTitle"/>
          </p:nvPr>
        </p:nvSpPr>
        <p:spPr>
          <a:xfrm>
            <a:off x="2494725" y="1389663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" name="Google Shape;260;p16"/>
          <p:cNvSpPr txBox="1"/>
          <p:nvPr>
            <p:ph idx="4" type="subTitle"/>
          </p:nvPr>
        </p:nvSpPr>
        <p:spPr>
          <a:xfrm>
            <a:off x="5596225" y="1389663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1" name="Google Shape;261;p16"/>
          <p:cNvSpPr txBox="1"/>
          <p:nvPr>
            <p:ph idx="5" type="subTitle"/>
          </p:nvPr>
        </p:nvSpPr>
        <p:spPr>
          <a:xfrm>
            <a:off x="6030031" y="3371329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2" name="Google Shape;262;p16"/>
          <p:cNvSpPr txBox="1"/>
          <p:nvPr>
            <p:ph idx="6" type="subTitle"/>
          </p:nvPr>
        </p:nvSpPr>
        <p:spPr>
          <a:xfrm>
            <a:off x="2928525" y="3371333"/>
            <a:ext cx="2330700" cy="6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16"/>
          <p:cNvSpPr txBox="1"/>
          <p:nvPr>
            <p:ph idx="7" type="subTitle"/>
          </p:nvPr>
        </p:nvSpPr>
        <p:spPr>
          <a:xfrm>
            <a:off x="2928525" y="2993438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16"/>
          <p:cNvSpPr txBox="1"/>
          <p:nvPr>
            <p:ph idx="8" type="subTitle"/>
          </p:nvPr>
        </p:nvSpPr>
        <p:spPr>
          <a:xfrm>
            <a:off x="6030025" y="2993438"/>
            <a:ext cx="23307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16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6" name="Google Shape;266;p16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7" name="Google Shape;267;p16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8" name="Google Shape;268;p16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9" name="Google Shape;269;p16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0" name="Google Shape;270;p16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3" name="Google Shape;273;p16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4" name="Google Shape;274;p16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5" name="Google Shape;275;p16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6" name="Google Shape;276;p16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7" name="Google Shape;277;p16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9" name="Google Shape;279;p16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/>
          <p:cNvSpPr txBox="1"/>
          <p:nvPr>
            <p:ph idx="1" type="subTitle"/>
          </p:nvPr>
        </p:nvSpPr>
        <p:spPr>
          <a:xfrm>
            <a:off x="1679425" y="1587644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2" type="subTitle"/>
          </p:nvPr>
        </p:nvSpPr>
        <p:spPr>
          <a:xfrm>
            <a:off x="1679425" y="1269900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3" type="subTitle"/>
          </p:nvPr>
        </p:nvSpPr>
        <p:spPr>
          <a:xfrm>
            <a:off x="2536285" y="3541351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6" name="Google Shape;286;p17"/>
          <p:cNvSpPr txBox="1"/>
          <p:nvPr>
            <p:ph idx="4" type="subTitle"/>
          </p:nvPr>
        </p:nvSpPr>
        <p:spPr>
          <a:xfrm>
            <a:off x="2536286" y="3221450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7" name="Google Shape;287;p17"/>
          <p:cNvSpPr txBox="1"/>
          <p:nvPr>
            <p:ph idx="5" type="subTitle"/>
          </p:nvPr>
        </p:nvSpPr>
        <p:spPr>
          <a:xfrm>
            <a:off x="4994100" y="1577676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8" name="Google Shape;288;p17"/>
          <p:cNvSpPr txBox="1"/>
          <p:nvPr>
            <p:ph idx="6" type="subTitle"/>
          </p:nvPr>
        </p:nvSpPr>
        <p:spPr>
          <a:xfrm>
            <a:off x="4994100" y="1257775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9" name="Google Shape;289;p17"/>
          <p:cNvSpPr txBox="1"/>
          <p:nvPr>
            <p:ph idx="7" type="subTitle"/>
          </p:nvPr>
        </p:nvSpPr>
        <p:spPr>
          <a:xfrm>
            <a:off x="2099975" y="2564499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0" name="Google Shape;290;p17"/>
          <p:cNvSpPr txBox="1"/>
          <p:nvPr>
            <p:ph idx="8" type="subTitle"/>
          </p:nvPr>
        </p:nvSpPr>
        <p:spPr>
          <a:xfrm>
            <a:off x="2099975" y="2244588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1" name="Google Shape;291;p17"/>
          <p:cNvSpPr txBox="1"/>
          <p:nvPr>
            <p:ph idx="9" type="subTitle"/>
          </p:nvPr>
        </p:nvSpPr>
        <p:spPr>
          <a:xfrm>
            <a:off x="5414650" y="2564499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2" name="Google Shape;292;p17"/>
          <p:cNvSpPr txBox="1"/>
          <p:nvPr>
            <p:ph idx="13" type="subTitle"/>
          </p:nvPr>
        </p:nvSpPr>
        <p:spPr>
          <a:xfrm>
            <a:off x="5414650" y="2244588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17"/>
          <p:cNvSpPr txBox="1"/>
          <p:nvPr>
            <p:ph idx="14" type="subTitle"/>
          </p:nvPr>
        </p:nvSpPr>
        <p:spPr>
          <a:xfrm>
            <a:off x="5846735" y="3551319"/>
            <a:ext cx="2508900" cy="53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4" name="Google Shape;294;p17"/>
          <p:cNvSpPr txBox="1"/>
          <p:nvPr>
            <p:ph idx="15" type="subTitle"/>
          </p:nvPr>
        </p:nvSpPr>
        <p:spPr>
          <a:xfrm>
            <a:off x="5846736" y="3233575"/>
            <a:ext cx="2508900" cy="3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5" name="Google Shape;295;p17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7" name="Google Shape;297;p17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8" name="Google Shape;298;p17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99" name="Google Shape;299;p17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0" name="Google Shape;300;p17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1" name="Google Shape;301;p17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2" name="Google Shape;302;p17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3" name="Google Shape;303;p17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6" name="Google Shape;306;p17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7" name="Google Shape;307;p17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09" name="Google Shape;309;p17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7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"/>
          <p:cNvSpPr txBox="1"/>
          <p:nvPr>
            <p:ph hasCustomPrompt="1" type="title"/>
          </p:nvPr>
        </p:nvSpPr>
        <p:spPr>
          <a:xfrm>
            <a:off x="1134200" y="686250"/>
            <a:ext cx="5341200" cy="63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5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4" name="Google Shape;314;p18"/>
          <p:cNvSpPr txBox="1"/>
          <p:nvPr>
            <p:ph idx="1" type="subTitle"/>
          </p:nvPr>
        </p:nvSpPr>
        <p:spPr>
          <a:xfrm>
            <a:off x="1664475" y="1323750"/>
            <a:ext cx="4810800" cy="3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18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8" name="Google Shape;318;p18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19" name="Google Shape;319;p18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0" name="Google Shape;320;p18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1" name="Google Shape;321;p18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2" name="Google Shape;322;p18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4" name="Google Shape;324;p18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7" name="Google Shape;327;p18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29" name="Google Shape;329;p18"/>
          <p:cNvSpPr txBox="1"/>
          <p:nvPr>
            <p:ph hasCustomPrompt="1" idx="2" type="title"/>
          </p:nvPr>
        </p:nvSpPr>
        <p:spPr>
          <a:xfrm>
            <a:off x="2100875" y="2016175"/>
            <a:ext cx="51060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0" name="Google Shape;330;p18"/>
          <p:cNvSpPr txBox="1"/>
          <p:nvPr>
            <p:ph idx="3" type="subTitle"/>
          </p:nvPr>
        </p:nvSpPr>
        <p:spPr>
          <a:xfrm>
            <a:off x="2100875" y="2506366"/>
            <a:ext cx="5106000" cy="3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1" name="Google Shape;331;p18"/>
          <p:cNvSpPr txBox="1"/>
          <p:nvPr>
            <p:ph hasCustomPrompt="1" idx="4" type="title"/>
          </p:nvPr>
        </p:nvSpPr>
        <p:spPr>
          <a:xfrm>
            <a:off x="2100875" y="3013959"/>
            <a:ext cx="5106000" cy="4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32" name="Google Shape;332;p18"/>
          <p:cNvSpPr txBox="1"/>
          <p:nvPr>
            <p:ph idx="5" type="subTitle"/>
          </p:nvPr>
        </p:nvSpPr>
        <p:spPr>
          <a:xfrm>
            <a:off x="2100875" y="3504150"/>
            <a:ext cx="5106000" cy="39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"/>
          <p:cNvSpPr txBox="1"/>
          <p:nvPr>
            <p:ph idx="1" type="body"/>
          </p:nvPr>
        </p:nvSpPr>
        <p:spPr>
          <a:xfrm>
            <a:off x="3306200" y="2227588"/>
            <a:ext cx="4694400" cy="7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337" name="Google Shape;337;p19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8" name="Google Shape;338;p19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39" name="Google Shape;339;p19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0" name="Google Shape;340;p19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1" name="Google Shape;341;p19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2" name="Google Shape;342;p19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3" name="Google Shape;343;p19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4" name="Google Shape;344;p19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6" name="Google Shape;346;p19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7" name="Google Shape;347;p19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0" name="Google Shape;350;p19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51" name="Google Shape;351;p19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19"/>
          <p:cNvSpPr txBox="1"/>
          <p:nvPr>
            <p:ph hasCustomPrompt="1" idx="2" type="title"/>
          </p:nvPr>
        </p:nvSpPr>
        <p:spPr>
          <a:xfrm flipH="1">
            <a:off x="2091200" y="2372263"/>
            <a:ext cx="1215000" cy="4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3" name="Google Shape;353;p19"/>
          <p:cNvSpPr txBox="1"/>
          <p:nvPr>
            <p:ph idx="3" type="body"/>
          </p:nvPr>
        </p:nvSpPr>
        <p:spPr>
          <a:xfrm>
            <a:off x="3739600" y="3164425"/>
            <a:ext cx="4694400" cy="75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∗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Montserrat"/>
              <a:buChar char="■"/>
              <a:defRPr/>
            </a:lvl9pPr>
          </a:lstStyle>
          <a:p/>
        </p:txBody>
      </p:sp>
      <p:sp>
        <p:nvSpPr>
          <p:cNvPr id="354" name="Google Shape;354;p19"/>
          <p:cNvSpPr txBox="1"/>
          <p:nvPr>
            <p:ph hasCustomPrompt="1" idx="4" type="title"/>
          </p:nvPr>
        </p:nvSpPr>
        <p:spPr>
          <a:xfrm flipH="1">
            <a:off x="2524600" y="3309175"/>
            <a:ext cx="1215000" cy="4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accent2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355" name="Google Shape;355;p19"/>
          <p:cNvSpPr txBox="1"/>
          <p:nvPr>
            <p:ph idx="5" type="subTitle"/>
          </p:nvPr>
        </p:nvSpPr>
        <p:spPr>
          <a:xfrm>
            <a:off x="1672200" y="1245150"/>
            <a:ext cx="5922000" cy="5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9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 txBox="1"/>
          <p:nvPr>
            <p:ph idx="1" type="subTitle"/>
          </p:nvPr>
        </p:nvSpPr>
        <p:spPr>
          <a:xfrm>
            <a:off x="1667256" y="2355825"/>
            <a:ext cx="2891100" cy="15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20"/>
          <p:cNvSpPr txBox="1"/>
          <p:nvPr>
            <p:ph type="title"/>
          </p:nvPr>
        </p:nvSpPr>
        <p:spPr>
          <a:xfrm>
            <a:off x="1121875" y="1183920"/>
            <a:ext cx="28911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1" name="Google Shape;361;p20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69" name="Google Shape;369;p20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0" name="Google Shape;370;p20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1" name="Google Shape;371;p20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9_1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79" name="Google Shape;379;p21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3" name="Google Shape;383;p21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5" name="Google Shape;385;p21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6" name="Google Shape;386;p21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8" name="Google Shape;388;p21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89" name="Google Shape;389;p21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1" name="Google Shape;391;p21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392" name="Google Shape;392;p21"/>
          <p:cNvSpPr txBox="1"/>
          <p:nvPr>
            <p:ph idx="1" type="body"/>
          </p:nvPr>
        </p:nvSpPr>
        <p:spPr>
          <a:xfrm>
            <a:off x="2090500" y="1956600"/>
            <a:ext cx="5111400" cy="21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∗"/>
              <a:defRPr sz="2000">
                <a:solidFill>
                  <a:schemeClr val="accent3"/>
                </a:solidFill>
              </a:defRPr>
            </a:lvl1pPr>
            <a:lvl2pPr indent="-3302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 sz="1200">
                <a:solidFill>
                  <a:schemeClr val="accent3"/>
                </a:solidFill>
              </a:defRPr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●"/>
              <a:defRPr>
                <a:solidFill>
                  <a:schemeClr val="accent3"/>
                </a:solidFill>
              </a:defRPr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○"/>
              <a:defRPr>
                <a:solidFill>
                  <a:schemeClr val="accent3"/>
                </a:solidFill>
              </a:defRPr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Montserrat"/>
              <a:buChar char="■"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3" name="Google Shape;393;p21"/>
          <p:cNvSpPr txBox="1"/>
          <p:nvPr>
            <p:ph idx="2" type="subTitle"/>
          </p:nvPr>
        </p:nvSpPr>
        <p:spPr>
          <a:xfrm>
            <a:off x="1676975" y="1309850"/>
            <a:ext cx="5450700" cy="46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>
                <a:solidFill>
                  <a:schemeClr val="accent3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None/>
              <a:defRPr b="1" sz="2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4" name="Google Shape;394;p21"/>
          <p:cNvSpPr txBox="1"/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2"/>
          <p:cNvSpPr txBox="1"/>
          <p:nvPr>
            <p:ph type="ctrTitle"/>
          </p:nvPr>
        </p:nvSpPr>
        <p:spPr>
          <a:xfrm>
            <a:off x="1139125" y="582056"/>
            <a:ext cx="3064500" cy="5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99" name="Google Shape;399;p22"/>
          <p:cNvSpPr txBox="1"/>
          <p:nvPr>
            <p:ph idx="1" type="subTitle"/>
          </p:nvPr>
        </p:nvSpPr>
        <p:spPr>
          <a:xfrm>
            <a:off x="2064825" y="1695725"/>
            <a:ext cx="3720600" cy="7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0" name="Google Shape;400;p22"/>
          <p:cNvSpPr txBox="1"/>
          <p:nvPr>
            <p:ph idx="2" type="subTitle"/>
          </p:nvPr>
        </p:nvSpPr>
        <p:spPr>
          <a:xfrm>
            <a:off x="1570575" y="1261025"/>
            <a:ext cx="4572000" cy="43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chemeClr val="accent2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1" name="Google Shape;401;p2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3" name="Google Shape;403;p2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4" name="Google Shape;404;p2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6" name="Google Shape;406;p2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0" name="Google Shape;410;p2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1" name="Google Shape;411;p2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2912425" y="3087263"/>
            <a:ext cx="4418100" cy="6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CREDITS: This presentation template was created by </a:t>
            </a:r>
            <a:r>
              <a:rPr b="1" lang="en" sz="1200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including icons by </a:t>
            </a:r>
            <a:r>
              <a:rPr b="1" lang="en" sz="1200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, and infographics &amp; images by </a:t>
            </a:r>
            <a:r>
              <a:rPr b="1" lang="en" sz="1200">
                <a:solidFill>
                  <a:schemeClr val="accent3"/>
                </a:solidFill>
                <a:uFill>
                  <a:noFill/>
                </a:uFill>
                <a:latin typeface="Fira Code"/>
                <a:ea typeface="Fira Code"/>
                <a:cs typeface="Fira Code"/>
                <a:sym typeface="Fira Cod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 u="sng">
              <a:solidFill>
                <a:schemeClr val="accent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">
  <p:cSld name="CUSTOM_9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 1">
  <p:cSld name="CUSTOM_9_2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5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452" name="Google Shape;452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b="1"/>
              <a:t>分块算法经典例题讲解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题目描述</a:t>
            </a:r>
          </a:p>
          <a:p>
            <a:pPr algn="l"/>
            <a:r>
              <a:rPr b="1"/>
              <a:t>给出一个长度为 n 的数列 a₁, a₂, …, aₙ，以及 n 个操作</a:t>
            </a:r>
          </a:p>
          <a:p>
            <a:pPr algn="l"/>
          </a:p>
          <a:p>
            <a:pPr algn="l"/>
            <a:r>
              <a:rPr b="1"/>
              <a:t>操作类型：</a:t>
            </a:r>
          </a:p>
          <a:p>
            <a:pPr algn="l"/>
            <a:r>
              <a:rPr b="1"/>
              <a:t>操作0（区间加法）：opt = 0, l, r, c</a:t>
            </a:r>
          </a:p>
          <a:p>
            <a:pPr algn="l"/>
            <a:r>
              <a:rPr b="1"/>
              <a:t>将区间 [l, r] 中的所有数字都加上 c</a:t>
            </a:r>
          </a:p>
          <a:p>
            <a:pPr algn="l"/>
          </a:p>
          <a:p>
            <a:pPr algn="l"/>
            <a:r>
              <a:rPr b="1"/>
              <a:t>操作1（区间乘法）：opt = 1, l, r, c</a:t>
            </a:r>
          </a:p>
          <a:p>
            <a:pPr algn="l"/>
            <a:r>
              <a:rPr b="1"/>
              <a:t>将区间 [l, r] 中的所有数字都乘以 c</a:t>
            </a:r>
          </a:p>
          <a:p>
            <a:pPr algn="l"/>
          </a:p>
          <a:p>
            <a:pPr algn="l"/>
            <a:r>
              <a:rPr b="1"/>
              <a:t>操作2（单点查询）：opt = 2, r</a:t>
            </a:r>
          </a:p>
          <a:p>
            <a:pPr algn="l"/>
            <a:r>
              <a:rPr b="1"/>
              <a:t>查询 aᵣ 的当前值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核心思想</a:t>
            </a:r>
          </a:p>
          <a:p>
            <a:pPr algn="l"/>
            <a:r>
              <a:rPr b="1"/>
              <a:t>将长度为 n 的数列分成 √n 个块，每块大小约为 √n</a:t>
            </a:r>
          </a:p>
          <a:p>
            <a:pPr algn="l"/>
            <a:r>
              <a:rPr b="1"/>
              <a:t>对每个块维护两个懒标记：</a:t>
            </a:r>
          </a:p>
          <a:p>
            <a:pPr algn="l"/>
            <a:r>
              <a:rPr b="1"/>
              <a:t>mul[i]：第 i 块的乘法标记（初始为1）</a:t>
            </a:r>
          </a:p>
          <a:p>
            <a:pPr algn="l"/>
            <a:r>
              <a:rPr b="1"/>
              <a:t>add[i]：第 i 块的加法标记（初始为0）</a:t>
            </a:r>
          </a:p>
          <a:p>
            <a:pPr algn="l"/>
          </a:p>
          <a:p>
            <a:pPr algn="l"/>
            <a:r>
              <a:rPr b="1"/>
              <a:t>操作实现：</a:t>
            </a:r>
          </a:p>
          <a:p>
            <a:pPr algn="l"/>
            <a:r>
              <a:rPr b="1"/>
              <a:t>区间加法/乘法：</a:t>
            </a:r>
          </a:p>
          <a:p>
            <a:pPr algn="l"/>
            <a:r>
              <a:rPr b="1"/>
              <a:t>对于完整覆盖的块：只更新懒标记</a:t>
            </a:r>
          </a:p>
          <a:p>
            <a:pPr algn="l"/>
            <a:r>
              <a:rPr b="1"/>
              <a:t>对于部分覆盖的块：暴力修改每个元素</a:t>
            </a:r>
          </a:p>
          <a:p>
            <a:pPr algn="l"/>
          </a:p>
          <a:p>
            <a:pPr algn="l"/>
            <a:r>
              <a:rPr b="1"/>
              <a:t>单点查询：</a:t>
            </a:r>
          </a:p>
          <a:p>
            <a:pPr algn="l"/>
            <a:r>
              <a:rPr b="1"/>
              <a:t>查询 aᵣ 时，返回 aᵣ × mul[block(r)] + add[block(r)]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空间复杂度</a:t>
            </a:r>
          </a:p>
          <a:p>
            <a:pPr algn="l"/>
            <a:r>
              <a:rPr b="1"/>
              <a:t>原数组：O(n)</a:t>
            </a:r>
          </a:p>
          <a:p>
            <a:pPr algn="l"/>
            <a:r>
              <a:rPr b="1"/>
              <a:t>块标记：O(√n) 个块，每块2个标记</a:t>
            </a:r>
          </a:p>
          <a:p>
            <a:pPr algn="l"/>
            <a:r>
              <a:rPr b="1"/>
              <a:t>总空间：O(n)</a:t>
            </a:r>
          </a:p>
          <a:p>
            <a:pPr algn="l"/>
          </a:p>
          <a:p>
            <a:pPr algn="l"/>
            <a:r>
              <a:rPr b="1"/>
              <a:t>时间复杂度</a:t>
            </a:r>
          </a:p>
          <a:p>
            <a:pPr algn="l"/>
            <a:r>
              <a:rPr b="1"/>
              <a:t>区间修改操作（加法或乘法）：</a:t>
            </a:r>
          </a:p>
          <a:p>
            <a:pPr algn="l"/>
            <a:r>
              <a:rPr b="1"/>
              <a:t>散块（两端不完整的块）：暴力修改，O(√n)</a:t>
            </a:r>
          </a:p>
          <a:p>
            <a:pPr algn="l"/>
            <a:r>
              <a:rPr b="1"/>
              <a:t>完整块：只修改标记，最多 O(√n) 个块，每个 O(1)</a:t>
            </a:r>
          </a:p>
          <a:p>
            <a:pPr algn="l"/>
            <a:r>
              <a:rPr b="1"/>
              <a:t>单次操作：O(√n)</a:t>
            </a:r>
          </a:p>
          <a:p>
            <a:pPr algn="l"/>
          </a:p>
          <a:p>
            <a:pPr algn="l"/>
            <a:r>
              <a:rPr b="1"/>
              <a:t>单点查询操作：直接通过下标计算所属块号，应用标记，O(1)</a:t>
            </a:r>
          </a:p>
          <a:p>
            <a:pPr algn="l"/>
          </a:p>
          <a:p>
            <a:pPr algn="l"/>
            <a:r>
              <a:rPr b="1"/>
              <a:t>总复杂度：O(n√n)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题目描述</a:t>
            </a:r>
          </a:p>
          <a:p>
            <a:pPr algn="l"/>
            <a:r>
              <a:rPr b="1"/>
              <a:t>给出一个长度为 n 的数列 a₁, a₂, …, aₙ，以及 n 个操作</a:t>
            </a:r>
          </a:p>
          <a:p>
            <a:pPr algn="l"/>
          </a:p>
          <a:p>
            <a:pPr algn="l"/>
            <a:r>
              <a:rPr b="1"/>
              <a:t>操作内容（每个操作包含两步）：</a:t>
            </a:r>
          </a:p>
          <a:p>
            <a:pPr algn="l"/>
            <a:r>
              <a:rPr b="1"/>
              <a:t>每个操作由三个参数 l, r, c 组成：</a:t>
            </a:r>
          </a:p>
          <a:p>
            <a:pPr algn="l"/>
            <a:r>
              <a:rPr b="1"/>
              <a:t>1. 查询：统计区间 [l, r] 中有多少个元素等于 c</a:t>
            </a:r>
          </a:p>
          <a:p>
            <a:pPr algn="l"/>
            <a:r>
              <a:rPr b="1"/>
              <a:t>2. 修改：将区间 [l, r] 中的所有元素都赋值为 c</a:t>
            </a:r>
          </a:p>
          <a:p>
            <a:pPr algn="l"/>
          </a:p>
          <a:p>
            <a:pPr algn="l"/>
            <a:r>
              <a:rPr b="1"/>
              <a:t>示例：</a:t>
            </a:r>
          </a:p>
          <a:p>
            <a:pPr algn="l"/>
            <a:r>
              <a:rPr b="1"/>
              <a:t>初始数组：[1, 2, 2, 3, 3]</a:t>
            </a:r>
          </a:p>
          <a:p>
            <a:pPr algn="l"/>
            <a:r>
              <a:rPr b="1"/>
              <a:t>操作 l=2, r=4, c=2：</a:t>
            </a:r>
          </a:p>
          <a:p>
            <a:pPr algn="l"/>
            <a:r>
              <a:rPr b="1"/>
              <a:t>查询结果：区间 [2,4] 是 [2, 2, 3]，有2个元素等于2</a:t>
            </a:r>
          </a:p>
          <a:p>
            <a:pPr algn="l"/>
            <a:r>
              <a:rPr b="1"/>
              <a:t>修改后：[1, 2, 2, 2, 3]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核心思想</a:t>
            </a:r>
          </a:p>
          <a:p>
            <a:pPr algn="l"/>
            <a:r>
              <a:rPr b="1"/>
              <a:t>将数组分成 √n 个块，每块维护：</a:t>
            </a:r>
          </a:p>
          <a:p>
            <a:pPr algn="l"/>
            <a:r>
              <a:rPr b="1"/>
              <a:t>tag[i]：整块赋值标记（-1表示无标记）</a:t>
            </a:r>
          </a:p>
          <a:p>
            <a:pPr algn="l"/>
            <a:r>
              <a:rPr b="1"/>
              <a:t>每个元素的实际值</a:t>
            </a:r>
          </a:p>
          <a:p>
            <a:pPr algn="l"/>
          </a:p>
          <a:p>
            <a:pPr algn="l"/>
            <a:r>
              <a:rPr b="1"/>
              <a:t>操作实现：</a:t>
            </a:r>
          </a:p>
          <a:p>
            <a:pPr algn="l"/>
            <a:r>
              <a:rPr b="1"/>
              <a:t>散块（两端不完整块）：</a:t>
            </a:r>
          </a:p>
          <a:p>
            <a:pPr algn="l"/>
            <a:r>
              <a:rPr b="1"/>
              <a:t>先下传该块的标记（如果有）</a:t>
            </a:r>
          </a:p>
          <a:p>
            <a:pPr algn="l"/>
            <a:r>
              <a:rPr b="1"/>
              <a:t>遍历散块元素，统计等于 c 的个数</a:t>
            </a:r>
          </a:p>
          <a:p>
            <a:pPr algn="l"/>
            <a:r>
              <a:rPr b="1"/>
              <a:t>将散块元素逐个赋值为 c</a:t>
            </a:r>
          </a:p>
          <a:p>
            <a:pPr algn="l"/>
          </a:p>
          <a:p>
            <a:pPr algn="l"/>
            <a:r>
              <a:rPr b="1"/>
              <a:t>整块（完全覆盖的块）：</a:t>
            </a:r>
          </a:p>
          <a:p>
            <a:pPr algn="l"/>
            <a:r>
              <a:rPr b="1"/>
              <a:t>如果该块有标记 tag[i]：</a:t>
            </a:r>
          </a:p>
          <a:p>
            <a:pPr algn="l"/>
            <a:r>
              <a:rPr b="1"/>
              <a:t>若 tag[i] = c，贡献块大小个 c</a:t>
            </a:r>
          </a:p>
          <a:p>
            <a:pPr algn="l"/>
            <a:r>
              <a:rPr b="1"/>
              <a:t>否则贡献0个 c</a:t>
            </a:r>
          </a:p>
          <a:p>
            <a:pPr algn="l"/>
            <a:r>
              <a:rPr b="1"/>
              <a:t>否则遍历块内所有元素统计</a:t>
            </a:r>
          </a:p>
          <a:p>
            <a:pPr algn="l"/>
            <a:r>
              <a:rPr b="1"/>
              <a:t>给整块打上标记 tag[i] = c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单次操作时间复杂度</a:t>
            </a:r>
          </a:p>
          <a:p>
            <a:pPr algn="l"/>
            <a:r>
              <a:rPr b="1"/>
              <a:t>散块处理：O(B)</a:t>
            </a:r>
          </a:p>
          <a:p>
            <a:pPr algn="l"/>
            <a:r>
              <a:rPr b="1"/>
              <a:t>整块标记：O(n/B)</a:t>
            </a:r>
          </a:p>
          <a:p>
            <a:pPr algn="l"/>
            <a:r>
              <a:rPr b="1"/>
              <a:t>整块查询（最坏）：O(B × n/B) = O(n)</a:t>
            </a:r>
          </a:p>
          <a:p>
            <a:pPr algn="l"/>
            <a:r>
              <a:rPr b="1"/>
              <a:t>单次总复杂度：O(n)</a:t>
            </a:r>
          </a:p>
          <a:p>
            <a:pPr algn="l"/>
          </a:p>
          <a:p>
            <a:pPr algn="l"/>
            <a:r>
              <a:rPr b="1"/>
              <a:t>均摊分析</a:t>
            </a:r>
          </a:p>
          <a:p>
            <a:pPr algn="l"/>
            <a:r>
              <a:rPr b="1"/>
              <a:t>关键观察：整块查询只在块没有标记时遍历</a:t>
            </a:r>
          </a:p>
          <a:p>
            <a:pPr algn="l"/>
            <a:r>
              <a:rPr b="1"/>
              <a:t>一旦打上标记后，之后的查询都是 O(1)</a:t>
            </a:r>
          </a:p>
          <a:p>
            <a:pPr algn="l"/>
            <a:r>
              <a:rPr b="1"/>
              <a:t>每个元素最多被遍历常数次（打标记前）</a:t>
            </a:r>
          </a:p>
          <a:p>
            <a:pPr algn="l"/>
            <a:r>
              <a:rPr b="1"/>
              <a:t>散块操作：O(√n)</a:t>
            </a:r>
          </a:p>
          <a:p>
            <a:pPr algn="l"/>
            <a:r>
              <a:rPr b="1"/>
              <a:t>整块标记：O(√n)</a:t>
            </a:r>
          </a:p>
          <a:p>
            <a:pPr algn="l"/>
          </a:p>
          <a:p>
            <a:pPr algn="l"/>
            <a:r>
              <a:rPr b="1"/>
              <a:t>选择 B = √n，单次操作均摊：O(√n)</a:t>
            </a:r>
          </a:p>
          <a:p>
            <a:pPr algn="l"/>
            <a:r>
              <a:rPr b="1"/>
              <a:t>总时间复杂度（均摊）：O(n√n)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题目描述</a:t>
            </a:r>
          </a:p>
          <a:p>
            <a:pPr algn="l"/>
            <a:r>
              <a:rPr b="1"/>
              <a:t>给出一个长度为 n 的数列 a₁, a₂, …, aₙ，以及 n 个操作</a:t>
            </a:r>
          </a:p>
          <a:p>
            <a:pPr algn="l"/>
          </a:p>
          <a:p>
            <a:pPr algn="l"/>
            <a:r>
              <a:rPr b="1"/>
              <a:t>操作类型：</a:t>
            </a:r>
          </a:p>
          <a:p>
            <a:pPr algn="l"/>
            <a:r>
              <a:rPr b="1"/>
              <a:t>操作0（区间开方）：opt = 0, l, r</a:t>
            </a:r>
          </a:p>
          <a:p>
            <a:pPr algn="l"/>
            <a:r>
              <a:rPr b="1"/>
              <a:t>对区间 [l, r] 中的每个元素 aᵢ 进行开方</a:t>
            </a:r>
          </a:p>
          <a:p>
            <a:pPr algn="l"/>
            <a:r>
              <a:rPr b="1"/>
              <a:t>aᵢ ← ⌊√aᵢ⌋</a:t>
            </a:r>
          </a:p>
          <a:p>
            <a:pPr algn="l"/>
          </a:p>
          <a:p>
            <a:pPr algn="l"/>
            <a:r>
              <a:rPr b="1"/>
              <a:t>操作1（区间求和）：opt = 1, l, r</a:t>
            </a:r>
          </a:p>
          <a:p>
            <a:pPr algn="l"/>
            <a:r>
              <a:rPr b="1"/>
              <a:t>查询区间 [l, r] 中所有元素的和</a:t>
            </a:r>
          </a:p>
          <a:p>
            <a:pPr algn="l"/>
          </a:p>
          <a:p>
            <a:pPr algn="l"/>
            <a:r>
              <a:rPr b="1"/>
              <a:t>示例：</a:t>
            </a:r>
          </a:p>
          <a:p>
            <a:pPr algn="l"/>
            <a:r>
              <a:rPr b="1"/>
              <a:t>初始：[16, 9, 4, 1]</a:t>
            </a:r>
          </a:p>
          <a:p>
            <a:pPr algn="l"/>
            <a:r>
              <a:rPr b="1"/>
              <a:t>操作0，l=1, r=3：[4, 3, 2, 1]</a:t>
            </a:r>
          </a:p>
          <a:p>
            <a:pPr algn="l"/>
            <a:r>
              <a:rPr b="1"/>
              <a:t>操作1，l=1, r=4：输出 4+3+2+1=10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核心思想</a:t>
            </a:r>
          </a:p>
          <a:p>
            <a:pPr algn="l"/>
            <a:r>
              <a:rPr b="1"/>
              <a:t>关键性质：开方操作使数字快速减小</a:t>
            </a:r>
          </a:p>
          <a:p>
            <a:pPr algn="l"/>
            <a:r>
              <a:rPr b="1"/>
              <a:t>例：10⁹ → 31622 → 177 → 13 → 3 → 1</a:t>
            </a:r>
          </a:p>
          <a:p>
            <a:pPr algn="l"/>
            <a:r>
              <a:rPr b="1"/>
              <a:t>约 log log n 次后变为1</a:t>
            </a:r>
          </a:p>
          <a:p>
            <a:pPr algn="l"/>
          </a:p>
          <a:p>
            <a:pPr algn="l"/>
            <a:r>
              <a:rPr b="1"/>
              <a:t>将数组分成 √n 个块，每块维护：</a:t>
            </a:r>
          </a:p>
          <a:p>
            <a:pPr algn="l"/>
            <a:r>
              <a:rPr b="1"/>
              <a:t>sum[i]：第 i 块的元素和</a:t>
            </a:r>
          </a:p>
          <a:p>
            <a:pPr algn="l"/>
            <a:r>
              <a:rPr b="1"/>
              <a:t>max[i]：第 i 块的最大值</a:t>
            </a:r>
          </a:p>
          <a:p>
            <a:pPr algn="l"/>
          </a:p>
          <a:p>
            <a:pPr algn="l"/>
            <a:r>
              <a:rPr b="1"/>
              <a:t>操作实现：</a:t>
            </a:r>
          </a:p>
          <a:p>
            <a:pPr algn="l"/>
            <a:r>
              <a:rPr b="1"/>
              <a:t>区间开方：</a:t>
            </a:r>
          </a:p>
          <a:p>
            <a:pPr algn="l"/>
            <a:r>
              <a:rPr b="1"/>
              <a:t>对于整块：如果 max[i] ≤ 1，跳过（已收敛）</a:t>
            </a:r>
          </a:p>
          <a:p>
            <a:pPr algn="l"/>
            <a:r>
              <a:rPr b="1"/>
              <a:t>否则遍历块内元素，逐个开方，更新 sum[i] 和 max[i]</a:t>
            </a:r>
          </a:p>
          <a:p>
            <a:pPr algn="l"/>
            <a:r>
              <a:rPr b="1"/>
              <a:t>散块：直接暴力修改</a:t>
            </a:r>
          </a:p>
          <a:p>
            <a:pPr algn="l"/>
          </a:p>
          <a:p>
            <a:pPr algn="l"/>
            <a:r>
              <a:rPr b="1"/>
              <a:t>区间求和：</a:t>
            </a:r>
          </a:p>
          <a:p>
            <a:pPr algn="l"/>
            <a:r>
              <a:rPr b="1"/>
              <a:t>整块：直接累加 sum[i]，O(1)</a:t>
            </a:r>
          </a:p>
          <a:p>
            <a:pPr algn="l"/>
            <a:r>
              <a:rPr b="1"/>
              <a:t>散块：遍历累加，O(√n)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空间复杂度</a:t>
            </a:r>
          </a:p>
          <a:p>
            <a:pPr algn="l"/>
            <a:r>
              <a:rPr b="1"/>
              <a:t>原数组：O(n)</a:t>
            </a:r>
          </a:p>
          <a:p>
            <a:pPr algn="l"/>
            <a:r>
              <a:rPr b="1"/>
              <a:t>块信息：O(√n) 个块，每块存储和与最大值</a:t>
            </a:r>
          </a:p>
          <a:p>
            <a:pPr algn="l"/>
            <a:r>
              <a:rPr b="1"/>
              <a:t>总空间：O(n)</a:t>
            </a:r>
          </a:p>
          <a:p>
            <a:pPr algn="l"/>
          </a:p>
          <a:p>
            <a:pPr algn="l"/>
            <a:r>
              <a:rPr b="1"/>
              <a:t>时间复杂度 - 关键分析</a:t>
            </a:r>
          </a:p>
          <a:p>
            <a:pPr algn="l"/>
            <a:r>
              <a:rPr b="1"/>
              <a:t>开方操作的收敛性：</a:t>
            </a:r>
          </a:p>
          <a:p>
            <a:pPr algn="l"/>
            <a:r>
              <a:rPr b="1"/>
              <a:t>每个元素最多被开方 O(log log V) 次（V为最大值）</a:t>
            </a:r>
          </a:p>
          <a:p>
            <a:pPr algn="l"/>
          </a:p>
          <a:p>
            <a:pPr algn="l"/>
            <a:r>
              <a:rPr b="1"/>
              <a:t>区间求和：</a:t>
            </a:r>
          </a:p>
          <a:p>
            <a:pPr algn="l"/>
            <a:r>
              <a:rPr b="1"/>
              <a:t>整块：O(√n) 个块，每块 O(1)</a:t>
            </a:r>
          </a:p>
          <a:p>
            <a:pPr algn="l"/>
            <a:r>
              <a:rPr b="1"/>
              <a:t>散块：O(√n)</a:t>
            </a:r>
          </a:p>
          <a:p>
            <a:pPr algn="l"/>
            <a:r>
              <a:rPr b="1"/>
              <a:t>单次：O(√n)</a:t>
            </a:r>
          </a:p>
          <a:p>
            <a:pPr algn="l"/>
          </a:p>
          <a:p>
            <a:pPr algn="l"/>
            <a:r>
              <a:rPr b="1"/>
              <a:t>区间开方（均摊）：</a:t>
            </a:r>
          </a:p>
          <a:p>
            <a:pPr algn="l"/>
            <a:r>
              <a:rPr b="1"/>
              <a:t>单次操作：最坏 O(n)，均摊 O(√n log log V)</a:t>
            </a:r>
          </a:p>
          <a:p>
            <a:pPr algn="l"/>
          </a:p>
          <a:p>
            <a:pPr algn="l"/>
            <a:r>
              <a:rPr b="1"/>
              <a:t>总时间复杂度：O(n√n log log V)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题目描述</a:t>
            </a:r>
          </a:p>
          <a:p>
            <a:pPr algn="l"/>
            <a:r>
              <a:rPr b="1"/>
              <a:t>有 n 株花，每株花有一个初始高度（≤ 1000 的自然数）</a:t>
            </a:r>
          </a:p>
          <a:p>
            <a:pPr algn="l"/>
            <a:r>
              <a:rPr b="1"/>
              <a:t>有两个角色执行 q 个操作：</a:t>
            </a:r>
          </a:p>
          <a:p>
            <a:pPr algn="l"/>
            <a:r>
              <a:rPr b="1"/>
              <a:t>Lily White：使花儿生长</a:t>
            </a:r>
          </a:p>
          <a:p>
            <a:pPr algn="l"/>
            <a:r>
              <a:rPr b="1"/>
              <a:t>Yuka：统计满足条件的花</a:t>
            </a:r>
          </a:p>
          <a:p>
            <a:pPr algn="l"/>
          </a:p>
          <a:p>
            <a:pPr algn="l"/>
            <a:r>
              <a:rPr b="1"/>
              <a:t>操作类型：</a:t>
            </a:r>
          </a:p>
          <a:p>
            <a:pPr algn="l"/>
            <a:r>
              <a:rPr b="1"/>
              <a:t>操作M（生长）：M l r h</a:t>
            </a:r>
          </a:p>
          <a:p>
            <a:pPr algn="l"/>
            <a:r>
              <a:rPr b="1"/>
              <a:t>使区间 [l, r] 内所有花的高度增加 h</a:t>
            </a:r>
          </a:p>
          <a:p>
            <a:pPr algn="l"/>
          </a:p>
          <a:p>
            <a:pPr algn="l"/>
            <a:r>
              <a:rPr b="1"/>
              <a:t>操作A（询问）：A l r k</a:t>
            </a:r>
          </a:p>
          <a:p>
            <a:pPr algn="l"/>
            <a:r>
              <a:rPr b="1"/>
              <a:t>查询区间 [l, r] 内有多少花的高度不低于 k</a:t>
            </a:r>
          </a:p>
          <a:p>
            <a:pPr algn="l"/>
            <a:r>
              <a:rPr b="1"/>
              <a:t>（统计满足 aᵢ ≥ k 的花的数量）</a:t>
            </a:r>
          </a:p>
          <a:p>
            <a:pPr algn="l"/>
          </a:p>
          <a:p>
            <a:pPr algn="l"/>
            <a:r>
              <a:rPr b="1"/>
              <a:t>示例：</a:t>
            </a:r>
          </a:p>
          <a:p>
            <a:pPr algn="l"/>
            <a:r>
              <a:rPr b="1"/>
              <a:t>初始：[5, 3, 8, 2]</a:t>
            </a:r>
          </a:p>
          <a:p>
            <a:pPr algn="l"/>
            <a:r>
              <a:rPr b="1"/>
              <a:t>M 1 3 2：[7, 5, 10, 2]</a:t>
            </a:r>
          </a:p>
          <a:p>
            <a:pPr algn="l"/>
            <a:r>
              <a:rPr b="1"/>
              <a:t>A 1 4 6：输出2（a₁=7 ≥ 6，a₃=10 ≥ 6）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核心思想</a:t>
            </a:r>
          </a:p>
          <a:p>
            <a:pPr algn="l"/>
            <a:r>
              <a:rPr b="1"/>
              <a:t>将数组分成 √n 个块，每块维护：</a:t>
            </a:r>
          </a:p>
          <a:p>
            <a:pPr algn="l"/>
            <a:r>
              <a:rPr b="1"/>
              <a:t>add[i]：第 i 块的加法懒标记</a:t>
            </a:r>
          </a:p>
          <a:p>
            <a:pPr algn="l"/>
            <a:r>
              <a:rPr b="1"/>
              <a:t>sorted[i]：第 i 块元素的有序副本</a:t>
            </a:r>
          </a:p>
          <a:p>
            <a:pPr algn="l"/>
          </a:p>
          <a:p>
            <a:pPr algn="l"/>
            <a:r>
              <a:rPr b="1"/>
              <a:t>操作实现：</a:t>
            </a:r>
          </a:p>
          <a:p>
            <a:pPr algn="l"/>
            <a:r>
              <a:rPr b="1"/>
              <a:t>区间加法（M操作）：</a:t>
            </a:r>
          </a:p>
          <a:p>
            <a:pPr algn="l"/>
            <a:r>
              <a:rPr b="1"/>
              <a:t>整块：直接增加 add[i] 标记，O(1)</a:t>
            </a:r>
          </a:p>
          <a:p>
            <a:pPr algn="l"/>
            <a:r>
              <a:rPr b="1"/>
              <a:t>散块：</a:t>
            </a:r>
          </a:p>
          <a:p>
            <a:pPr algn="l"/>
            <a:r>
              <a:rPr b="1"/>
              <a:t>下传标记到块内所有元素</a:t>
            </a:r>
          </a:p>
          <a:p>
            <a:pPr algn="l"/>
            <a:r>
              <a:rPr b="1"/>
              <a:t>逐个修改散块元素</a:t>
            </a:r>
          </a:p>
          <a:p>
            <a:pPr algn="l"/>
            <a:r>
              <a:rPr b="1"/>
              <a:t>重新排序该块的有序副本，O(√n log √n)</a:t>
            </a:r>
          </a:p>
          <a:p>
            <a:pPr algn="l"/>
          </a:p>
          <a:p>
            <a:pPr algn="l"/>
            <a:r>
              <a:rPr b="1"/>
              <a:t>区间计数（A操作）：</a:t>
            </a:r>
          </a:p>
          <a:p>
            <a:pPr algn="l"/>
            <a:r>
              <a:rPr b="1"/>
              <a:t>整块：在有序副本中二分查找</a:t>
            </a:r>
          </a:p>
          <a:p>
            <a:pPr algn="l"/>
            <a:r>
              <a:rPr b="1"/>
              <a:t>查找第一个 ≥ k - add[i] 的位置</a:t>
            </a:r>
          </a:p>
          <a:p>
            <a:pPr algn="l"/>
            <a:r>
              <a:rPr b="1"/>
              <a:t>该位置右侧的元素都满足条件，O(log √n)</a:t>
            </a:r>
          </a:p>
          <a:p>
            <a:pPr algn="l"/>
            <a:r>
              <a:rPr b="1"/>
              <a:t>散块：遍历元素，逐个判断，O(√n)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b="1"/>
              <a:t>空间复杂度</a:t>
            </a:r>
          </a:p>
          <a:p>
            <a:pPr algn="l"/>
            <a:r>
              <a:rPr b="1"/>
              <a:t>原数组：O(n)</a:t>
            </a:r>
          </a:p>
          <a:p>
            <a:pPr algn="l"/>
            <a:r>
              <a:rPr b="1"/>
              <a:t>有序副本：每块 O(√n)，共 O(√n) 个块，总计 O(n)</a:t>
            </a:r>
          </a:p>
          <a:p>
            <a:pPr algn="l"/>
            <a:r>
              <a:rPr b="1"/>
              <a:t>懒标记：O(√n)</a:t>
            </a:r>
          </a:p>
          <a:p>
            <a:pPr algn="l"/>
            <a:r>
              <a:rPr b="1"/>
              <a:t>总空间：O(n)</a:t>
            </a:r>
          </a:p>
          <a:p>
            <a:pPr algn="l"/>
          </a:p>
          <a:p>
            <a:pPr algn="l"/>
            <a:r>
              <a:rPr b="1"/>
              <a:t>时间复杂度</a:t>
            </a:r>
          </a:p>
          <a:p>
            <a:pPr algn="l"/>
            <a:r>
              <a:rPr b="1"/>
              <a:t>M操作（区间加法）：</a:t>
            </a:r>
          </a:p>
          <a:p>
            <a:pPr algn="l"/>
            <a:r>
              <a:rPr b="1"/>
              <a:t>整块标记：O(√n)</a:t>
            </a:r>
          </a:p>
          <a:p>
            <a:pPr algn="l"/>
            <a:r>
              <a:rPr b="1"/>
              <a:t>散块修改+重排：O(√n log √n)</a:t>
            </a:r>
          </a:p>
          <a:p>
            <a:pPr algn="l"/>
            <a:r>
              <a:rPr b="1"/>
              <a:t>单次：O(√n log √n)</a:t>
            </a:r>
          </a:p>
          <a:p>
            <a:pPr algn="l"/>
          </a:p>
          <a:p>
            <a:pPr algn="l"/>
            <a:r>
              <a:rPr b="1"/>
              <a:t>A操作（区间计数）：</a:t>
            </a:r>
          </a:p>
          <a:p>
            <a:pPr algn="l"/>
            <a:r>
              <a:rPr b="1"/>
              <a:t>整块二分：O(√n log √n)</a:t>
            </a:r>
          </a:p>
          <a:p>
            <a:pPr algn="l"/>
            <a:r>
              <a:rPr b="1"/>
              <a:t>散块遍历：O(√n)</a:t>
            </a:r>
          </a:p>
          <a:p>
            <a:pPr algn="l"/>
            <a:r>
              <a:rPr b="1"/>
              <a:t>单次：O(√n log √n)</a:t>
            </a:r>
          </a:p>
          <a:p>
            <a:pPr algn="l"/>
          </a:p>
          <a:p>
            <a:pPr algn="l"/>
            <a:r>
              <a:rPr b="1"/>
              <a:t>q 个操作，每次 O(√n log √n)</a:t>
            </a:r>
          </a:p>
          <a:p>
            <a:pPr algn="l"/>
            <a:r>
              <a:rPr b="1"/>
              <a:t>总时间复杂度：O(q√n log 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